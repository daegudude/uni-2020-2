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6"/>
    <p:restoredTop sz="94721"/>
  </p:normalViewPr>
  <p:slideViewPr>
    <p:cSldViewPr snapToGrid="0" snapToObjects="1">
      <p:cViewPr varScale="1">
        <p:scale>
          <a:sx n="118" d="100"/>
          <a:sy n="118" d="100"/>
        </p:scale>
        <p:origin x="216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F68F-C9F8-5544-A7A8-E6D855F58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61F29-3744-9C42-862B-2DC717435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151D6-0B96-8C40-A49E-3D7784D6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AC767-5DBC-6040-AD60-6A8E8694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E077C-6378-464D-8712-6C9D7C85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0101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A6FB-2D4F-5944-A74A-E2702479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47A52-3037-B844-B885-3ABC379F0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5AE0-57EA-5A4E-BD49-2EC0FA8A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03E13-2E7E-8A41-B34E-951CC42E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0E47D-E961-E04B-BA65-1F6938F1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7256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22FE-44A1-E34D-8E86-72310BB6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FA8EA-DAA9-5640-995E-033F25216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EC371-011D-E04B-9F98-3A4142D7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33640-008C-4D44-A56D-1D92B29F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7D8B7-9E07-464A-A8EC-537C6B5B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1178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5A06-9881-E04C-B43D-7E49A351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93780-3D4B-EE42-90EE-9A399F687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94130-CDAF-4340-AA68-E571EA87D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EAD31-6231-CA4B-9C25-DA744D37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19FB7-AC7F-7444-A8F1-322DED14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F9FF5-E5C6-3C42-92CB-4FDD4A9D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6584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925D-3A86-5F4C-94FE-C5C27FD4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D1EE4-B02F-3945-9F22-D92920423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874E2-91D3-1A40-B58B-F076E283A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5CEB9-4A2E-D945-AC73-AC4253ACD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E170B-B2BB-1D43-8F7F-F45040084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C9191-4428-9840-B842-A80FF8C2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01844-AFCE-1547-8E70-FC9DA60FE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5CA6E-55BE-D14B-925D-0F5B3140F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475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8654-46D9-D341-B579-098913DE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78B6E-C648-F94A-B8F2-439809B48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0C3DD-A433-A847-B107-220F989A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6CD5F-1BF5-F644-83AB-2369F80F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5861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1631E-4837-244F-B92F-91F6807F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911DF-3545-6E43-BBF9-57FD98A9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3D4A9-C43B-AC46-A56B-12E9BBBB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035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5712-C072-D946-9356-8A768B4A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0FCA-A787-B14B-9EE3-3EDAAF5EB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FABC8-C32E-F041-8A2B-C2FE2F7A6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0C51A-5938-6946-8AF3-017EA2E5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E2DCC-A0C0-8C4B-9D5F-7D1FB7B5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EA121-080F-8640-AE47-7F7BB3BB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360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1399-E851-1545-A7F5-1BD42759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86399-9213-7A49-93CD-158E17F1D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674E7-E58B-7942-8248-2705C6773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C7136-AD0D-4546-AA93-40B9D42C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27614-808C-764E-ADC6-197D3AE7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E484C-E234-F543-8E61-BACA6D4C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69927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5798-060D-AA4E-BE6A-A8B68B3E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6D8F5-F025-2C46-9456-D5E943046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08905-7175-9F40-BAA7-BD8AB308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A541B-7CAA-4648-8ADB-9EBDAC68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ED717-8C2E-B644-8634-ED60201F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8611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627B2-84FC-B641-944B-B07F9299A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739E4-2DDA-E24C-A68B-713521295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FEC65-5E17-134B-B55B-887B45E0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1E84-B98F-C942-A776-2F7476CA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1A0CA-4E0B-DC43-BB22-0626AC40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806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32986-2252-2543-A857-013BDC2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214E9-6E20-E64D-BB81-ACAFDC5C3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F6E64-681B-B742-B928-127813732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5707B-4E5C-0C4A-A0A9-588D8EB33986}" type="datetimeFigureOut">
              <a:rPr lang="en-KR" smtClean="0"/>
              <a:t>2020/11/10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A3489-7C28-E14D-87F2-D7FEF1B35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05592-31ED-934A-B4A6-E82A46762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085B7-95BA-6545-9A61-7B4C623CB11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48457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kaggle.com/ronitf/heart-disease-uc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143E-1EB2-024D-8812-ABA10F52E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/>
              <a:t>심장병에 영향을 미치는 요인들에 대한 연구자료</a:t>
            </a:r>
            <a:endParaRPr lang="en-KR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6BA75-0ECA-C741-B58D-B8D19439B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429" y="3906838"/>
            <a:ext cx="9144000" cy="447448"/>
          </a:xfrm>
        </p:spPr>
        <p:txBody>
          <a:bodyPr/>
          <a:lstStyle/>
          <a:p>
            <a:r>
              <a:rPr lang="en-US" altLang="ko-KR" dirty="0"/>
              <a:t>5133126</a:t>
            </a:r>
            <a:r>
              <a:rPr lang="ko-KR" altLang="en-US" dirty="0"/>
              <a:t> </a:t>
            </a:r>
            <a:r>
              <a:rPr lang="ko-KR" altLang="en-US" dirty="0" err="1"/>
              <a:t>김상학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29912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A8A34-DD9A-B24C-9482-1F01FBD9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ko-KR" altLang="en-US" sz="5200"/>
              <a:t>연구목적</a:t>
            </a:r>
            <a:endParaRPr lang="en-US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5A41B-263C-4045-9A0B-70B411C37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1839595"/>
            <a:ext cx="9795638" cy="9431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ko-KR" altLang="en-US" sz="2400" dirty="0"/>
              <a:t>환자들의 진료 정보를 가지고 어떠한 </a:t>
            </a:r>
            <a:endParaRPr lang="en-US" altLang="ko-KR" sz="2400" dirty="0"/>
          </a:p>
          <a:p>
            <a:pPr marL="0" indent="0" algn="ctr">
              <a:buNone/>
            </a:pPr>
            <a:r>
              <a:rPr lang="ko-KR" altLang="en-US" sz="2400" dirty="0"/>
              <a:t>요인들이 심장병에 영향을 주는지 알아내고 싶음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24635B-10F3-A643-B3DB-FB41F4AE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327" y="3429000"/>
            <a:ext cx="1879227" cy="1879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B4C13E-84CA-894F-A015-5319C36FC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882" y="3351583"/>
            <a:ext cx="2034060" cy="20340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ED209E-43FE-7946-A48F-4E121F772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588" y="3593726"/>
            <a:ext cx="1549773" cy="154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3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BA2F-AA01-4448-9A70-467C5936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자료설명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7109-F862-9D4C-A61C-C686C6244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7114" cy="4351338"/>
          </a:xfrm>
        </p:spPr>
        <p:txBody>
          <a:bodyPr/>
          <a:lstStyle/>
          <a:p>
            <a:r>
              <a:rPr lang="ko-KR" altLang="en-US" sz="2400" dirty="0"/>
              <a:t>심장병 진단과 관련된 환자들의 자료</a:t>
            </a:r>
            <a:endParaRPr lang="en-US" altLang="ko-KR" sz="2400" dirty="0"/>
          </a:p>
          <a:p>
            <a:r>
              <a:rPr lang="ko-KR" altLang="en-US" sz="2400" dirty="0"/>
              <a:t>종속변수</a:t>
            </a:r>
            <a:r>
              <a:rPr lang="en-US" altLang="ko-KR" sz="2400" dirty="0"/>
              <a:t>(0</a:t>
            </a:r>
            <a:r>
              <a:rPr lang="ko-KR" altLang="en-US" sz="2400" dirty="0"/>
              <a:t> </a:t>
            </a:r>
            <a:r>
              <a:rPr lang="en-US" altLang="ko-KR" sz="2400" dirty="0"/>
              <a:t>=</a:t>
            </a:r>
            <a:r>
              <a:rPr lang="ko-KR" altLang="en-US" sz="2400" dirty="0"/>
              <a:t> 심장질환 </a:t>
            </a:r>
            <a:r>
              <a:rPr lang="en-US" altLang="ko-KR" sz="2400" dirty="0"/>
              <a:t>X, 1 = </a:t>
            </a:r>
            <a:r>
              <a:rPr lang="ko-KR" altLang="en-US" sz="2400" dirty="0"/>
              <a:t>심장질환 </a:t>
            </a:r>
            <a:r>
              <a:rPr lang="en-US" altLang="ko-KR" sz="2400" dirty="0"/>
              <a:t>O)</a:t>
            </a:r>
            <a:endParaRPr lang="en-KR" altLang="ko-KR" sz="2400" dirty="0"/>
          </a:p>
          <a:p>
            <a:r>
              <a:rPr lang="ko-KR" altLang="en-US" sz="2400" dirty="0" err="1"/>
              <a:t>요인변수</a:t>
            </a:r>
            <a:r>
              <a:rPr lang="en-US" altLang="ko-KR" sz="2400" dirty="0"/>
              <a:t>(76</a:t>
            </a:r>
            <a:r>
              <a:rPr lang="ko-KR" altLang="en-US" sz="2400" dirty="0"/>
              <a:t>개 중 </a:t>
            </a:r>
            <a:r>
              <a:rPr lang="en-US" altLang="ko-KR" sz="2400" b="1" dirty="0"/>
              <a:t>14</a:t>
            </a:r>
            <a:r>
              <a:rPr lang="ko-KR" altLang="en-US" sz="2400" dirty="0"/>
              <a:t>개만 사용</a:t>
            </a:r>
            <a:r>
              <a:rPr lang="en-US" altLang="ko-KR" sz="2400" dirty="0"/>
              <a:t>)</a:t>
            </a:r>
          </a:p>
          <a:p>
            <a:r>
              <a:rPr lang="ko-KR" altLang="en-US" sz="2400" dirty="0"/>
              <a:t>인스턴스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303</a:t>
            </a:r>
            <a:r>
              <a:rPr lang="ko-KR" altLang="en-US" sz="2400" dirty="0"/>
              <a:t>개</a:t>
            </a:r>
            <a:endParaRPr lang="en-US" altLang="ko-KR" sz="2400" dirty="0"/>
          </a:p>
          <a:p>
            <a:r>
              <a:rPr lang="ko-KR" altLang="en-US" sz="2400" dirty="0" err="1"/>
              <a:t>자료출처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>
                <a:hlinkClick r:id="rId2"/>
              </a:rPr>
              <a:t>UCI </a:t>
            </a:r>
            <a:r>
              <a:rPr lang="ko-KR" altLang="en-US" sz="2400" dirty="0" err="1">
                <a:hlinkClick r:id="rId2"/>
              </a:rPr>
              <a:t>머신러닝</a:t>
            </a:r>
            <a:r>
              <a:rPr lang="ko-KR" altLang="en-US" sz="2400" dirty="0">
                <a:hlinkClick r:id="rId2"/>
              </a:rPr>
              <a:t> 센터</a:t>
            </a:r>
            <a:endParaRPr lang="en-US" altLang="ko-KR" sz="2400" dirty="0"/>
          </a:p>
          <a:p>
            <a:pPr lvl="1"/>
            <a:r>
              <a:rPr lang="en-US" altLang="ko-KR" sz="1200" dirty="0"/>
              <a:t>Hungarian Institute of Cardiology. Budapest: Andras </a:t>
            </a:r>
            <a:r>
              <a:rPr lang="en-US" altLang="ko-KR" sz="1200" dirty="0" err="1"/>
              <a:t>Janosi</a:t>
            </a:r>
            <a:r>
              <a:rPr lang="en-US" altLang="ko-KR" sz="1200" dirty="0"/>
              <a:t>, M.D.</a:t>
            </a:r>
          </a:p>
          <a:p>
            <a:pPr lvl="1"/>
            <a:r>
              <a:rPr lang="en-US" altLang="ko-KR" sz="1200" dirty="0"/>
              <a:t>University Hospital, Zurich, Switzerland: William </a:t>
            </a:r>
            <a:r>
              <a:rPr lang="en-US" altLang="ko-KR" sz="1200" dirty="0" err="1"/>
              <a:t>Steinbrunn</a:t>
            </a:r>
            <a:r>
              <a:rPr lang="en-US" altLang="ko-KR" sz="1200" dirty="0"/>
              <a:t>, M.D.</a:t>
            </a:r>
          </a:p>
          <a:p>
            <a:pPr lvl="1"/>
            <a:r>
              <a:rPr lang="en-US" altLang="ko-KR" sz="1200" dirty="0"/>
              <a:t>University Hospital, Basel, Switzerland: Matthias </a:t>
            </a:r>
            <a:r>
              <a:rPr lang="en-US" altLang="ko-KR" sz="1200" dirty="0" err="1"/>
              <a:t>Pfisterer</a:t>
            </a:r>
            <a:r>
              <a:rPr lang="en-US" altLang="ko-KR" sz="1200" dirty="0"/>
              <a:t>, M.D.</a:t>
            </a:r>
          </a:p>
          <a:p>
            <a:pPr lvl="1"/>
            <a:r>
              <a:rPr lang="en-US" altLang="ko-KR" sz="1200" dirty="0"/>
              <a:t>V.A. Medical Center, Long Beach and Cleveland Clinic Foundation:</a:t>
            </a:r>
            <a:r>
              <a:rPr lang="ko-KR" altLang="en-US" sz="1200" dirty="0"/>
              <a:t> </a:t>
            </a:r>
            <a:r>
              <a:rPr lang="en-US" altLang="ko-KR" sz="1200" dirty="0"/>
              <a:t>Robert </a:t>
            </a:r>
            <a:r>
              <a:rPr lang="en-US" altLang="ko-KR" sz="1200" dirty="0" err="1"/>
              <a:t>Detrano</a:t>
            </a:r>
            <a:r>
              <a:rPr lang="en-US" altLang="ko-KR" sz="1200" dirty="0"/>
              <a:t>, M.D., Ph.D.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54BEC212-5B99-DC46-9B04-D60A43D25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314" y="832574"/>
            <a:ext cx="3879371" cy="53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7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95FE-6692-F64D-88B9-3CF5F31B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주요변수설명</a:t>
            </a:r>
            <a:endParaRPr lang="en-KR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59362563-1E64-EF42-A18A-00E2BAAE3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714" y="1753213"/>
            <a:ext cx="6578207" cy="463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96AE0-A29E-2C4C-B4B1-D061A0F2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추후 연구 방향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49D6E-5912-FC46-B129-40488359F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요인들마다</a:t>
            </a:r>
            <a:r>
              <a:rPr lang="ko-KR" altLang="en-US" dirty="0"/>
              <a:t> </a:t>
            </a:r>
            <a:r>
              <a:rPr lang="ko-KR" altLang="en-US" dirty="0" err="1"/>
              <a:t>유의값</a:t>
            </a:r>
            <a:r>
              <a:rPr lang="ko-KR" altLang="en-US" dirty="0"/>
              <a:t> 산출</a:t>
            </a:r>
            <a:endParaRPr lang="en-US" altLang="ko-KR" dirty="0"/>
          </a:p>
          <a:p>
            <a:r>
              <a:rPr lang="ko-KR" altLang="en-US" dirty="0"/>
              <a:t>어떠한 요인들이 심장병에 영향을 주는지 분석</a:t>
            </a:r>
            <a:endParaRPr lang="en-KR" altLang="ko-KR" dirty="0"/>
          </a:p>
        </p:txBody>
      </p:sp>
    </p:spTree>
    <p:extLst>
      <p:ext uri="{BB962C8B-B14F-4D97-AF65-F5344CB8AC3E}">
        <p14:creationId xmlns:p14="http://schemas.microsoft.com/office/powerpoint/2010/main" val="2374609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137</Words>
  <Application>Microsoft Macintosh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심장병에 영향을 미치는 요인들에 대한 연구자료</vt:lpstr>
      <vt:lpstr>연구목적</vt:lpstr>
      <vt:lpstr>자료설명</vt:lpstr>
      <vt:lpstr>주요변수설명</vt:lpstr>
      <vt:lpstr>추후 연구 방향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심장병에 영향을 미치는 요인들에 대한 연구자료</dc:title>
  <dc:creator>김상학</dc:creator>
  <cp:lastModifiedBy>김상학</cp:lastModifiedBy>
  <cp:revision>5</cp:revision>
  <dcterms:created xsi:type="dcterms:W3CDTF">2020-11-10T07:18:58Z</dcterms:created>
  <dcterms:modified xsi:type="dcterms:W3CDTF">2020-11-10T07:59:24Z</dcterms:modified>
</cp:coreProperties>
</file>